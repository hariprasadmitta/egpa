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B2E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1828800"/>
            <a:ext cx="6400800" cy="6400800"/>
          </a:xfrm>
          <a:prstGeom prst="ellipse">
            <a:avLst/>
          </a:prstGeom>
          <a:solidFill>
            <a:srgbClr val="0A2A43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A9C94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EGPA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1A9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GOVERNANCE PLATFORM FOR AI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886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working control plane — problem statement to governed, running agent, with enforced sign-off and a runtime kill-switch at every stage.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5760720"/>
            <a:ext cx="2011680" cy="0"/>
          </a:xfrm>
          <a:prstGeom prst="line">
            <a:avLst/>
          </a:prstGeom>
          <a:noFill/>
          <a:ln w="31750">
            <a:solidFill>
              <a:srgbClr val="1A9C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5897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Architecture Overview  · 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9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can't keep up with how fast teams want to build AI agents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3F6F8"/>
          </a:solidFill>
          <a:ln/>
          <a:effectLst>
            <a:outerShdw sx="100000" sy="100000" kx="0" ky="0" algn="bl" rotWithShape="0" blurRad="127000" dist="38100" dir="5400000">
              <a:srgbClr val="1A2A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5146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A2A4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vs. review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74904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units want to build agents fast, in whatever framework fits — central risk teams can't review that volume by hand.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214884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3F6F8"/>
          </a:solidFill>
          <a:ln/>
          <a:effectLst>
            <a:outerShdw sx="100000" sy="100000" kx="0" ky="0" algn="bl" rotWithShape="0" blurRad="127000" dist="38100" dir="5400000">
              <a:srgbClr val="1A2A3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25146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A2A43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54880" y="32004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enforceable record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54880" y="374904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wiki page or a Slack approval thread leaves nothing that proves, after the fact, a control was actually satisfied.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21040" y="214884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3F6F8"/>
          </a:solidFill>
          <a:ln/>
          <a:effectLst>
            <a:outerShdw sx="100000" sy="100000" kx="0" ky="0" algn="bl" rotWithShape="0" blurRad="127000" dist="38100" dir="5400000">
              <a:srgbClr val="1A2A3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41080" y="25146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A2A43"/>
          </a:solidFill>
          <a:ln/>
        </p:spPr>
      </p:sp>
      <p:sp>
        <p:nvSpPr>
          <p:cNvPr id="16" name="Text 14"/>
          <p:cNvSpPr/>
          <p:nvPr/>
        </p:nvSpPr>
        <p:spPr>
          <a:xfrm>
            <a:off x="864108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41080" y="32004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bad outcomes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41080" y="374904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governance becomes a bottleneck teams build around, or it stays paper-thin and doesn't survive an audit.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EGPA — Enterprise Governance Platform for AI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9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EGPA 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Plane, not Data Plane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EGPA governs how AI agents get built and run — it doesn't sit in the live traffic path itself.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212080" cy="3566160"/>
          </a:xfrm>
          <a:prstGeom prst="roundRect">
            <a:avLst>
              <a:gd name="adj" fmla="val 3077"/>
            </a:avLst>
          </a:prstGeom>
          <a:solidFill>
            <a:srgbClr val="0A2A4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A9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— EGPA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4572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70000"/>
              </a:lnSpc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templates &amp; scoring
</a:t>
            </a:r>
            <a:pPr indent="0" marL="0">
              <a:lnSpc>
                <a:spcPct val="17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workflows &amp; sign-off
</a:t>
            </a:r>
            <a:pPr indent="0" marL="0">
              <a:lnSpc>
                <a:spcPct val="17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
</a:t>
            </a:r>
            <a:pPr indent="0" marL="0">
              <a:lnSpc>
                <a:spcPct val="17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 Records
</a:t>
            </a:r>
            <a:pPr indent="0" marL="0">
              <a:lnSpc>
                <a:spcPct val="17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&amp; kill-switch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2286000"/>
            <a:ext cx="5212080" cy="3566160"/>
          </a:xfrm>
          <a:prstGeom prst="roundRect">
            <a:avLst>
              <a:gd name="adj" fmla="val 3077"/>
            </a:avLst>
          </a:prstGeom>
          <a:solidFill>
            <a:srgbClr val="F3F6F8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 — AI GATEWAY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66560" y="3017520"/>
            <a:ext cx="4572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70000"/>
              </a:lnSpc>
              <a:buSzPct val="100000"/>
              <a:buChar char="•"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LiteLLM Proxy
</a:t>
            </a:r>
            <a:pPr indent="0" marL="0">
              <a:lnSpc>
                <a:spcPct val="17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Run
</a:t>
            </a:r>
            <a:pPr indent="0" marL="0">
              <a:lnSpc>
                <a:spcPct val="17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live LLM call routes here
</a:t>
            </a:r>
            <a:pPr indent="0" marL="0">
              <a:lnSpc>
                <a:spcPct val="17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multi-provider fallback
</a:t>
            </a:r>
            <a:pPr indent="0" marL="0">
              <a:lnSpc>
                <a:spcPct val="17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scoped virtual key, no raw provider keys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23560" y="3886200"/>
            <a:ext cx="914400" cy="457200"/>
          </a:xfrm>
          <a:prstGeom prst="rightArrow">
            <a:avLst/>
          </a:prstGeom>
          <a:solidFill>
            <a:srgbClr val="1A9C94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EGPA — Enterprise Governance Platform for AI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9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real stages, one enforced sequence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788920"/>
            <a:ext cx="11064240" cy="0"/>
          </a:xfrm>
          <a:prstGeom prst="line">
            <a:avLst/>
          </a:prstGeom>
          <a:noFill/>
          <a:ln w="25400">
            <a:solidFill>
              <a:srgbClr val="D5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2371" y="2532888"/>
            <a:ext cx="512064" cy="512064"/>
          </a:xfrm>
          <a:prstGeom prst="ellipse">
            <a:avLst/>
          </a:prstGeom>
          <a:solidFill>
            <a:srgbClr val="0A2A4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2371" y="25328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439527" cy="2423160"/>
          </a:xfrm>
          <a:prstGeom prst="roundRect">
            <a:avLst>
              <a:gd name="adj" fmla="val 5082"/>
            </a:avLst>
          </a:prstGeom>
          <a:solidFill>
            <a:srgbClr val="F3F6F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337560"/>
            <a:ext cx="1256647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8368" y="3977640"/>
            <a:ext cx="1220071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chat, questions the build-an-agent default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16490" y="2532888"/>
            <a:ext cx="512064" cy="512064"/>
          </a:xfrm>
          <a:prstGeom prst="ellipse">
            <a:avLst/>
          </a:prstGeom>
          <a:solidFill>
            <a:srgbClr val="0A2A4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16490" y="25328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152759" y="3200400"/>
            <a:ext cx="1439527" cy="2423160"/>
          </a:xfrm>
          <a:prstGeom prst="roundRect">
            <a:avLst>
              <a:gd name="adj" fmla="val 5082"/>
            </a:avLst>
          </a:prstGeom>
          <a:solidFill>
            <a:srgbClr val="F3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2244199" y="3337560"/>
            <a:ext cx="1256647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262487" y="3977640"/>
            <a:ext cx="1220071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compliance profile, live risk-tier scoring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20609" y="2532888"/>
            <a:ext cx="512064" cy="512064"/>
          </a:xfrm>
          <a:prstGeom prst="ellipse">
            <a:avLst/>
          </a:prstGeom>
          <a:solidFill>
            <a:srgbClr val="0A2A4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20609" y="25328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56878" y="3200400"/>
            <a:ext cx="1439527" cy="2423160"/>
          </a:xfrm>
          <a:prstGeom prst="roundRect">
            <a:avLst>
              <a:gd name="adj" fmla="val 5082"/>
            </a:avLst>
          </a:prstGeom>
          <a:solidFill>
            <a:srgbClr val="F3F6F8"/>
          </a:solidFill>
          <a:ln/>
        </p:spPr>
      </p:sp>
      <p:sp>
        <p:nvSpPr>
          <p:cNvPr id="18" name="Text 16"/>
          <p:cNvSpPr/>
          <p:nvPr/>
        </p:nvSpPr>
        <p:spPr>
          <a:xfrm>
            <a:off x="3848318" y="3337560"/>
            <a:ext cx="1256647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866606" y="3977640"/>
            <a:ext cx="1220071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LLM architecture proposal + alternatives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824728" y="2532888"/>
            <a:ext cx="512064" cy="512064"/>
          </a:xfrm>
          <a:prstGeom prst="ellipse">
            <a:avLst/>
          </a:prstGeom>
          <a:solidFill>
            <a:srgbClr val="0A2A4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24728" y="25328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360997" y="3200400"/>
            <a:ext cx="1439527" cy="2423160"/>
          </a:xfrm>
          <a:prstGeom prst="roundRect">
            <a:avLst>
              <a:gd name="adj" fmla="val 5082"/>
            </a:avLst>
          </a:prstGeom>
          <a:solidFill>
            <a:srgbClr val="F3F6F8"/>
          </a:solidFill>
          <a:ln/>
        </p:spPr>
      </p:sp>
      <p:sp>
        <p:nvSpPr>
          <p:cNvPr id="23" name="Text 21"/>
          <p:cNvSpPr/>
          <p:nvPr/>
        </p:nvSpPr>
        <p:spPr>
          <a:xfrm>
            <a:off x="5452437" y="3337560"/>
            <a:ext cx="1256647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Gate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70725" y="3977640"/>
            <a:ext cx="1220071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controls + real ARB sign-off, kill-switch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428847" y="2532888"/>
            <a:ext cx="512064" cy="512064"/>
          </a:xfrm>
          <a:prstGeom prst="ellipse">
            <a:avLst/>
          </a:prstGeom>
          <a:solidFill>
            <a:srgbClr val="0A2A4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28847" y="25328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965115" y="3200400"/>
            <a:ext cx="1439527" cy="2423160"/>
          </a:xfrm>
          <a:prstGeom prst="roundRect">
            <a:avLst>
              <a:gd name="adj" fmla="val 5082"/>
            </a:avLst>
          </a:prstGeom>
          <a:solidFill>
            <a:srgbClr val="F3F6F8"/>
          </a:solidFill>
          <a:ln/>
        </p:spPr>
      </p:sp>
      <p:sp>
        <p:nvSpPr>
          <p:cNvPr id="28" name="Text 26"/>
          <p:cNvSpPr/>
          <p:nvPr/>
        </p:nvSpPr>
        <p:spPr>
          <a:xfrm>
            <a:off x="7056555" y="3337560"/>
            <a:ext cx="1256647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074843" y="3977640"/>
            <a:ext cx="1220071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decision record, auto-assembled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032966" y="2532888"/>
            <a:ext cx="512064" cy="512064"/>
          </a:xfrm>
          <a:prstGeom prst="ellipse">
            <a:avLst/>
          </a:prstGeom>
          <a:solidFill>
            <a:srgbClr val="DA291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32966" y="25328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569234" y="3200400"/>
            <a:ext cx="1439527" cy="2423160"/>
          </a:xfrm>
          <a:prstGeom prst="roundRect">
            <a:avLst>
              <a:gd name="adj" fmla="val 5082"/>
            </a:avLst>
          </a:prstGeom>
          <a:solidFill>
            <a:srgbClr val="F3F6F8"/>
          </a:solidFill>
          <a:ln/>
        </p:spPr>
      </p:sp>
      <p:sp>
        <p:nvSpPr>
          <p:cNvPr id="33" name="Text 31"/>
          <p:cNvSpPr/>
          <p:nvPr/>
        </p:nvSpPr>
        <p:spPr>
          <a:xfrm>
            <a:off x="8660674" y="3337560"/>
            <a:ext cx="1256647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System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678962" y="3977640"/>
            <a:ext cx="1220071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multi-agent run, streamed, real tool calls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0637085" y="2532888"/>
            <a:ext cx="512064" cy="512064"/>
          </a:xfrm>
          <a:prstGeom prst="ellipse">
            <a:avLst/>
          </a:prstGeom>
          <a:solidFill>
            <a:srgbClr val="0A2A4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637085" y="25328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173353" y="3200400"/>
            <a:ext cx="1439527" cy="2423160"/>
          </a:xfrm>
          <a:prstGeom prst="roundRect">
            <a:avLst>
              <a:gd name="adj" fmla="val 5082"/>
            </a:avLst>
          </a:prstGeom>
          <a:solidFill>
            <a:srgbClr val="F3F6F8"/>
          </a:solidFill>
          <a:ln/>
        </p:spPr>
      </p:sp>
      <p:sp>
        <p:nvSpPr>
          <p:cNvPr id="38" name="Text 36"/>
          <p:cNvSpPr/>
          <p:nvPr/>
        </p:nvSpPr>
        <p:spPr>
          <a:xfrm>
            <a:off x="10264793" y="3337560"/>
            <a:ext cx="1256647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0283081" y="3977640"/>
            <a:ext cx="1220071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Portfolio-wide real cost, usage, decision trail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EGPA — Enterprise Governance Platform for AI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9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Enforced at runtime — not declared in a policy document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0A2A43"/>
          </a:solidFill>
          <a:ln w="12700">
            <a:solidFill>
              <a:srgbClr val="1E4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2130552"/>
            <a:ext cx="109728" cy="1088136"/>
          </a:xfrm>
          <a:prstGeom prst="roundRect">
            <a:avLst/>
          </a:prstGeom>
          <a:solidFill>
            <a:srgbClr val="1A9C94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93976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Kill-switch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5146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Server-enforced; actually blocks the next execution step.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43400" y="19659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0A2A43"/>
          </a:solidFill>
          <a:ln w="12700">
            <a:solidFill>
              <a:srgbClr val="1E4A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07992" y="2130552"/>
            <a:ext cx="109728" cy="1088136"/>
          </a:xfrm>
          <a:prstGeom prst="roundRect">
            <a:avLst/>
          </a:prstGeom>
          <a:solidFill>
            <a:srgbClr val="1A9C94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2093976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Segregation of duties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25146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owner can never clear their own ARB sign-off.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38160" y="19659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0A2A43"/>
          </a:solidFill>
          <a:ln w="12700">
            <a:solidFill>
              <a:srgbClr val="1E4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02752" y="2130552"/>
            <a:ext cx="109728" cy="1088136"/>
          </a:xfrm>
          <a:prstGeom prst="roundRect">
            <a:avLst/>
          </a:prstGeom>
          <a:solidFill>
            <a:srgbClr val="1A9C94"/>
          </a:solidFill>
          <a:ln/>
        </p:spPr>
      </p:sp>
      <p:sp>
        <p:nvSpPr>
          <p:cNvPr id="14" name="Text 12"/>
          <p:cNvSpPr/>
          <p:nvPr/>
        </p:nvSpPr>
        <p:spPr>
          <a:xfrm>
            <a:off x="8549640" y="2093976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audit log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49640" y="25146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chain — editing history breaks verification.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0A2A43"/>
          </a:solidFill>
          <a:ln w="12700">
            <a:solidFill>
              <a:srgbClr val="1E4A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3730752"/>
            <a:ext cx="109728" cy="1088136"/>
          </a:xfrm>
          <a:prstGeom prst="roundRect">
            <a:avLst/>
          </a:prstGeom>
          <a:solidFill>
            <a:srgbClr val="1A9C94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694176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 &amp; redaction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41148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against every real sub-agent step output.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43400" y="35661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0A2A43"/>
          </a:solidFill>
          <a:ln w="12700">
            <a:solidFill>
              <a:srgbClr val="1E4A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07992" y="3730752"/>
            <a:ext cx="109728" cy="1088136"/>
          </a:xfrm>
          <a:prstGeom prst="roundRect">
            <a:avLst/>
          </a:prstGeom>
          <a:solidFill>
            <a:srgbClr val="1A9C94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3694176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allowlist enforcement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41148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server-side, not just documented as a plan.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38160" y="35661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0A2A43"/>
          </a:solidFill>
          <a:ln w="12700">
            <a:solidFill>
              <a:srgbClr val="1E4A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02752" y="3730752"/>
            <a:ext cx="109728" cy="1088136"/>
          </a:xfrm>
          <a:prstGeom prst="roundRect">
            <a:avLst/>
          </a:prstGeom>
          <a:solidFill>
            <a:srgbClr val="1A9C94"/>
          </a:solidFill>
          <a:ln/>
        </p:spPr>
      </p:sp>
      <p:sp>
        <p:nvSpPr>
          <p:cNvPr id="26" name="Text 24"/>
          <p:cNvSpPr/>
          <p:nvPr/>
        </p:nvSpPr>
        <p:spPr>
          <a:xfrm>
            <a:off x="8549640" y="3694176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retention enforcement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49640" y="41148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purge on each use case's declared window.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51663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0A2A43"/>
          </a:solidFill>
          <a:ln w="12700">
            <a:solidFill>
              <a:srgbClr val="1E4A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" y="5330952"/>
            <a:ext cx="109728" cy="1088136"/>
          </a:xfrm>
          <a:prstGeom prst="roundRect">
            <a:avLst/>
          </a:prstGeom>
          <a:solidFill>
            <a:srgbClr val="1A9C94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" y="5294376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Preflight policy-check API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0120" y="57150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check for agents running outside this platform.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343400" y="51663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0A2A43"/>
          </a:solidFill>
          <a:ln w="12700">
            <a:solidFill>
              <a:srgbClr val="1E4A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07992" y="5330952"/>
            <a:ext cx="109728" cy="1088136"/>
          </a:xfrm>
          <a:prstGeom prst="roundRect">
            <a:avLst/>
          </a:prstGeom>
          <a:solidFill>
            <a:srgbClr val="1A9C94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5294376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Declared-vs-actual reconciliation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754880" y="57150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any deviation from what was declared, after the fact.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138160" y="51663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0A2A43"/>
          </a:solidFill>
          <a:ln w="12700">
            <a:solidFill>
              <a:srgbClr val="1E4A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02752" y="5330952"/>
            <a:ext cx="109728" cy="1088136"/>
          </a:xfrm>
          <a:prstGeom prst="roundRect">
            <a:avLst/>
          </a:prstGeom>
          <a:solidFill>
            <a:srgbClr val="1A9C94"/>
          </a:solidFill>
          <a:ln/>
        </p:spPr>
      </p:sp>
      <p:sp>
        <p:nvSpPr>
          <p:cNvPr id="38" name="Text 36"/>
          <p:cNvSpPr/>
          <p:nvPr/>
        </p:nvSpPr>
        <p:spPr>
          <a:xfrm>
            <a:off x="8549640" y="5294376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+ SSO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549640" y="57150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Business-unit scoping, enforced server-side; Google OIDC.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EGPA — Enterprise Governance Platform for AI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9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real tiers, one shared AI Gateway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3B6EA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420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94436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(App Router)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86200" y="2898648"/>
            <a:ext cx="777240" cy="329184"/>
          </a:xfrm>
          <a:prstGeom prst="rightArrow">
            <a:avLst/>
          </a:prstGeom>
          <a:solidFill>
            <a:srgbClr val="B7C4D1"/>
          </a:solidFill>
          <a:ln/>
        </p:spPr>
      </p:sp>
      <p:sp>
        <p:nvSpPr>
          <p:cNvPr id="8" name="Shape 6"/>
          <p:cNvSpPr/>
          <p:nvPr/>
        </p:nvSpPr>
        <p:spPr>
          <a:xfrm>
            <a:off x="4800600" y="237744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1A9C94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25420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00600" y="294436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 per stage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+ Neon Postgres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8160" y="2898648"/>
            <a:ext cx="777240" cy="329184"/>
          </a:xfrm>
          <a:prstGeom prst="rightArrow">
            <a:avLst/>
          </a:prstGeom>
          <a:solidFill>
            <a:srgbClr val="B7C4D1"/>
          </a:solidFill>
          <a:ln/>
        </p:spPr>
      </p:sp>
      <p:sp>
        <p:nvSpPr>
          <p:cNvPr id="12" name="Shape 10"/>
          <p:cNvSpPr/>
          <p:nvPr/>
        </p:nvSpPr>
        <p:spPr>
          <a:xfrm>
            <a:off x="9052560" y="237744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0A2A43"/>
          </a:solidFill>
          <a:ln/>
        </p:spPr>
      </p:sp>
      <p:sp>
        <p:nvSpPr>
          <p:cNvPr id="13" name="Text 11"/>
          <p:cNvSpPr/>
          <p:nvPr/>
        </p:nvSpPr>
        <p:spPr>
          <a:xfrm>
            <a:off x="9052560" y="25420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052560" y="294436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Proxy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Run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160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multi-provider fallback: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1280160" cy="502920"/>
          </a:xfrm>
          <a:prstGeom prst="roundRect">
            <a:avLst>
              <a:gd name="adj" fmla="val 50909"/>
            </a:avLst>
          </a:prstGeom>
          <a:solidFill>
            <a:srgbClr val="F3F6F8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5720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65960" y="4572000"/>
            <a:ext cx="1280160" cy="502920"/>
          </a:xfrm>
          <a:prstGeom prst="roundRect">
            <a:avLst>
              <a:gd name="adj" fmla="val 50909"/>
            </a:avLst>
          </a:prstGeom>
          <a:solidFill>
            <a:srgbClr val="F3F6F8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65960" y="45720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4572000"/>
            <a:ext cx="1280160" cy="502920"/>
          </a:xfrm>
          <a:prstGeom prst="roundRect">
            <a:avLst>
              <a:gd name="adj" fmla="val 50909"/>
            </a:avLst>
          </a:prstGeom>
          <a:solidFill>
            <a:srgbClr val="F3F6F8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45720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4572000"/>
            <a:ext cx="1280160" cy="502920"/>
          </a:xfrm>
          <a:prstGeom prst="roundRect">
            <a:avLst>
              <a:gd name="adj" fmla="val 50909"/>
            </a:avLst>
          </a:prstGeom>
          <a:solidFill>
            <a:srgbClr val="F3F6F8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45720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539496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+ Cohere power retrieval (RAG) in two separate namespaces — one for admin-uploaded governance documents, one for the platform's own in-app documentation. Redis backs rate limiting, live presence, quotas, and the real-time architecture feed.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EGPA — Enterprise Governance Platform for AI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9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ACCESS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roles, one shared record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59436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Intake, Portfolio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 an idea into a governed, documented use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Steward / Architect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Recommendation, Guide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architecture against real constraints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Gate, ADR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 controls; can halt a live execution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System, Observability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approved use cases; wire up webhooks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Board (ARB)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(Critical tier)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one sign-off nothing else can substitute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access, every role's 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EGPA — Enterprise Governance Platform for AI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9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BUSINESS VALUE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projection — live numbers off this platform's own database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0A2A43"/>
          </a:solidFill>
          <a:ln w="12700">
            <a:solidFill>
              <a:srgbClr val="1E4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6974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9C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agent executions run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237744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0A2A43"/>
          </a:solidFill>
          <a:ln w="12700">
            <a:solidFill>
              <a:srgbClr val="1E4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26974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9C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66160" y="370332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steps, 100% settled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37744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0A2A43"/>
          </a:solidFill>
          <a:ln w="12700">
            <a:solidFill>
              <a:srgbClr val="1E4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6974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9C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0" y="370332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RAG searches, 100% hit rate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52560" y="237744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0A2A43"/>
          </a:solidFill>
          <a:ln w="12700">
            <a:solidFill>
              <a:srgbClr val="1E4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0" y="26974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9C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235440" y="370332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real, metered spend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9377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figures grow with every real use case run through the platform — never reset or curated for presentation.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EGPA — Enterprise Governance Platform for AI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9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real, and what isn't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40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GENUINELY REAL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database, real auth (local + Google SSO)
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tool-calling agents, token-by-token streaming
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live multi-user sync, no refresh needed
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runtime governance — audit log, allowlist, kill-switch
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deployment: Vercel + Cloud Run + Neon + Redis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201168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240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DELIBERATELY OUT OF SCOPE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37960" y="274320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external system integrations — that's the org's own engineering work, informed by the ADR this platform produces.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EGPA's own execution engine is a validation sandbox, not a production host — it validates the recommended pattern and governance behavior, not a live workload.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EGPA — Enterprise Governance Platform for AI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9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real, production infrastructure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3F6F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16, React 19, TypeScript, Tailwind v4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2103120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3F6F8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3317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Data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17720" y="283464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7 + Neon Postgres, Auth.js v5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2103120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3F6F8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23317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0" y="283464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+ LangChain, SSE streaming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3F6F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690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/ RAG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5720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+ Cohere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43400" y="3840480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3F6F8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40690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17720" y="45720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LiteLLM Proxy, Google Cloud Run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8160" y="3840480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3F6F8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40690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/ Caching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0" y="45720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(Upstash)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EGPA — Enterprise Governance Platform for AI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0A2A43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as the fast path,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the bottleneck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68680" y="37947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assessment, sign-off, and audit — enforced, automatic parts of the same pipeline a team already uses to design their agent.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5120640"/>
            <a:ext cx="2011680" cy="0"/>
          </a:xfrm>
          <a:prstGeom prst="line">
            <a:avLst/>
          </a:prstGeom>
          <a:noFill/>
          <a:ln w="31750">
            <a:solidFill>
              <a:srgbClr val="1A9C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257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9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running system — independently verifiable end to end.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2026-08-16T20:25:41Z</dcterms:created>
  <dcterms:modified xsi:type="dcterms:W3CDTF">2026-08-16T20:25:41Z</dcterms:modified>
</cp:coreProperties>
</file>